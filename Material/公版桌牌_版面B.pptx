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0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88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2"/>
          <p:cNvSpPr>
            <a:spLocks noChangeArrowheads="1"/>
          </p:cNvSpPr>
          <p:nvPr userDrawn="1"/>
        </p:nvSpPr>
        <p:spPr bwMode="auto">
          <a:xfrm rot="5400000">
            <a:off x="3588303" y="2255406"/>
            <a:ext cx="5097600" cy="2394000"/>
          </a:xfrm>
          <a:prstGeom prst="rect">
            <a:avLst/>
          </a:prstGeom>
          <a:noFill/>
          <a:ln w="3175">
            <a:solidFill>
              <a:srgbClr val="969696"/>
            </a:solidFill>
            <a:miter lim="800000"/>
            <a:headEnd/>
            <a:tailEnd/>
          </a:ln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2" name="Rectangle 12"/>
          <p:cNvSpPr>
            <a:spLocks noChangeArrowheads="1"/>
          </p:cNvSpPr>
          <p:nvPr userDrawn="1"/>
        </p:nvSpPr>
        <p:spPr bwMode="auto">
          <a:xfrm rot="16200000">
            <a:off x="5982304" y="2255406"/>
            <a:ext cx="5097600" cy="2394000"/>
          </a:xfrm>
          <a:prstGeom prst="rect">
            <a:avLst/>
          </a:prstGeom>
          <a:noFill/>
          <a:ln w="3175">
            <a:solidFill>
              <a:srgbClr val="969696"/>
            </a:solidFill>
            <a:miter lim="800000"/>
            <a:headEnd/>
            <a:tailEnd/>
          </a:ln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516886" y="2326822"/>
            <a:ext cx="5240433" cy="2394000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910888" y="2183989"/>
            <a:ext cx="5240433" cy="2394000"/>
          </a:xfrm>
          <a:prstGeom prst="rect">
            <a:avLst/>
          </a:prstGeom>
        </p:spPr>
      </p:pic>
      <p:sp>
        <p:nvSpPr>
          <p:cNvPr id="19" name="Rectangle 12"/>
          <p:cNvSpPr>
            <a:spLocks noChangeArrowheads="1"/>
          </p:cNvSpPr>
          <p:nvPr userDrawn="1"/>
        </p:nvSpPr>
        <p:spPr bwMode="auto">
          <a:xfrm rot="5400000">
            <a:off x="-1199701" y="2255406"/>
            <a:ext cx="5097600" cy="2394000"/>
          </a:xfrm>
          <a:prstGeom prst="rect">
            <a:avLst/>
          </a:prstGeom>
          <a:noFill/>
          <a:ln w="3175">
            <a:solidFill>
              <a:srgbClr val="969696"/>
            </a:solidFill>
            <a:miter lim="800000"/>
            <a:headEnd/>
            <a:tailEnd/>
          </a:ln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24" name="Rectangle 12"/>
          <p:cNvSpPr>
            <a:spLocks noChangeArrowheads="1"/>
          </p:cNvSpPr>
          <p:nvPr userDrawn="1"/>
        </p:nvSpPr>
        <p:spPr bwMode="auto">
          <a:xfrm rot="16200000">
            <a:off x="1194300" y="2255406"/>
            <a:ext cx="5097600" cy="2394000"/>
          </a:xfrm>
          <a:prstGeom prst="rect">
            <a:avLst/>
          </a:prstGeom>
          <a:noFill/>
          <a:ln w="3175">
            <a:solidFill>
              <a:srgbClr val="969696"/>
            </a:solidFill>
            <a:miter lim="800000"/>
            <a:headEnd/>
            <a:tailEnd/>
          </a:ln>
        </p:spPr>
        <p:txBody>
          <a:bodyPr vert="horz" wrap="square" lIns="91441" tIns="45720" rIns="91441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5" name="圖片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271118" y="2326822"/>
            <a:ext cx="5240433" cy="2394000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22884" y="2183989"/>
            <a:ext cx="5240433" cy="23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6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/>
          <p:cNvGrpSpPr/>
          <p:nvPr/>
        </p:nvGrpSpPr>
        <p:grpSpPr>
          <a:xfrm>
            <a:off x="392110" y="971708"/>
            <a:ext cx="2031247" cy="4882796"/>
            <a:chOff x="503428" y="971708"/>
            <a:chExt cx="2031247" cy="4882796"/>
          </a:xfrm>
        </p:grpSpPr>
        <p:sp>
          <p:nvSpPr>
            <p:cNvPr id="20" name="文字方塊 19"/>
            <p:cNvSpPr txBox="1"/>
            <p:nvPr/>
          </p:nvSpPr>
          <p:spPr>
            <a:xfrm rot="5400000">
              <a:off x="-639193" y="2114329"/>
              <a:ext cx="3839513" cy="15542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95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填姓名</a:t>
              </a:r>
              <a:endParaRPr lang="zh-TW" altLang="en-US" sz="95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 rot="5400000">
              <a:off x="1329217" y="1684700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2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行政總處</a:t>
              </a:r>
              <a:endPara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 rot="5400000">
              <a:off x="453672" y="5018377"/>
              <a:ext cx="10567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4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職稱</a:t>
              </a:r>
              <a:endPara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2668945" y="1051390"/>
            <a:ext cx="2025731" cy="4888262"/>
            <a:chOff x="2708700" y="1051390"/>
            <a:chExt cx="2025731" cy="4888262"/>
          </a:xfrm>
        </p:grpSpPr>
        <p:sp>
          <p:nvSpPr>
            <p:cNvPr id="16" name="文字方塊 15"/>
            <p:cNvSpPr txBox="1"/>
            <p:nvPr/>
          </p:nvSpPr>
          <p:spPr>
            <a:xfrm rot="16200000">
              <a:off x="2037538" y="3242760"/>
              <a:ext cx="3839513" cy="15542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95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填姓名</a:t>
              </a:r>
              <a:endParaRPr lang="zh-TW" altLang="en-US" sz="95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 rot="16200000">
              <a:off x="2088017" y="4640582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2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行政總處</a:t>
              </a:r>
              <a:endPara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 rot="16200000">
              <a:off x="3762902" y="1271963"/>
              <a:ext cx="10567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職稱</a:t>
              </a:r>
              <a:endPara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5172169" y="971707"/>
            <a:ext cx="2031247" cy="4882796"/>
            <a:chOff x="503428" y="971708"/>
            <a:chExt cx="2031247" cy="4882796"/>
          </a:xfrm>
        </p:grpSpPr>
        <p:sp>
          <p:nvSpPr>
            <p:cNvPr id="38" name="文字方塊 37"/>
            <p:cNvSpPr txBox="1"/>
            <p:nvPr/>
          </p:nvSpPr>
          <p:spPr>
            <a:xfrm rot="5400000">
              <a:off x="-639193" y="2114329"/>
              <a:ext cx="3839513" cy="15542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95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填姓名</a:t>
              </a:r>
              <a:endParaRPr lang="zh-TW" altLang="en-US" sz="95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 rot="5400000">
              <a:off x="1329217" y="1684700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2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行政總處</a:t>
              </a:r>
              <a:endPara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 rot="5400000">
              <a:off x="453672" y="5018377"/>
              <a:ext cx="10567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職稱</a:t>
              </a:r>
              <a:endPara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7456955" y="1051389"/>
            <a:ext cx="2025731" cy="4888262"/>
            <a:chOff x="2708700" y="1051390"/>
            <a:chExt cx="2025731" cy="4888262"/>
          </a:xfrm>
        </p:grpSpPr>
        <p:sp>
          <p:nvSpPr>
            <p:cNvPr id="42" name="文字方塊 41"/>
            <p:cNvSpPr txBox="1"/>
            <p:nvPr/>
          </p:nvSpPr>
          <p:spPr>
            <a:xfrm rot="16200000">
              <a:off x="2037538" y="3242760"/>
              <a:ext cx="3839513" cy="15542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95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填姓名</a:t>
              </a:r>
              <a:endParaRPr lang="zh-TW" altLang="en-US" sz="95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 rot="16200000">
              <a:off x="2088017" y="4640582"/>
              <a:ext cx="182614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200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行政總處</a:t>
              </a:r>
              <a:endPara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 rot="16200000">
              <a:off x="3762902" y="1271963"/>
              <a:ext cx="1056700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dist"/>
              <a:r>
                <a:rPr lang="zh-TW" altLang="en-US" sz="3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職稱</a:t>
              </a:r>
              <a:endParaRPr lang="zh-TW" altLang="en-US" sz="3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24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</TotalTime>
  <Words>24</Words>
  <Application>Microsoft Office PowerPoint</Application>
  <PresentationFormat>A4 紙張 (210x297 公釐)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</vt:lpstr>
      <vt:lpstr>新細明體</vt:lpstr>
      <vt:lpstr>Arial</vt:lpstr>
      <vt:lpstr>Calibri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林筱偲</dc:creator>
  <cp:lastModifiedBy>林欣慧</cp:lastModifiedBy>
  <cp:revision>17</cp:revision>
  <cp:lastPrinted>2022-03-09T08:45:44Z</cp:lastPrinted>
  <dcterms:created xsi:type="dcterms:W3CDTF">2022-03-08T06:35:18Z</dcterms:created>
  <dcterms:modified xsi:type="dcterms:W3CDTF">2026-02-10T02:07:37Z</dcterms:modified>
</cp:coreProperties>
</file>