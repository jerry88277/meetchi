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88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232331" y="2288032"/>
            <a:ext cx="5097600" cy="2328749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014932" y="2288029"/>
            <a:ext cx="5097600" cy="2328749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55674" y="2288030"/>
            <a:ext cx="5097600" cy="2328749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26926" y="2288029"/>
            <a:ext cx="5097600" cy="2328749"/>
          </a:xfrm>
          <a:prstGeom prst="rect">
            <a:avLst/>
          </a:prstGeom>
        </p:spPr>
      </p:pic>
      <p:sp>
        <p:nvSpPr>
          <p:cNvPr id="20" name="Rectangle 12"/>
          <p:cNvSpPr>
            <a:spLocks noChangeArrowheads="1"/>
          </p:cNvSpPr>
          <p:nvPr userDrawn="1"/>
        </p:nvSpPr>
        <p:spPr bwMode="auto">
          <a:xfrm rot="5400000">
            <a:off x="3588303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" name="Rectangle 12"/>
          <p:cNvSpPr>
            <a:spLocks noChangeArrowheads="1"/>
          </p:cNvSpPr>
          <p:nvPr userDrawn="1"/>
        </p:nvSpPr>
        <p:spPr bwMode="auto">
          <a:xfrm rot="16200000">
            <a:off x="5982304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Rectangle 12"/>
          <p:cNvSpPr>
            <a:spLocks noChangeArrowheads="1"/>
          </p:cNvSpPr>
          <p:nvPr userDrawn="1"/>
        </p:nvSpPr>
        <p:spPr bwMode="auto">
          <a:xfrm rot="5400000">
            <a:off x="-1199701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" name="Rectangle 12"/>
          <p:cNvSpPr>
            <a:spLocks noChangeArrowheads="1"/>
          </p:cNvSpPr>
          <p:nvPr userDrawn="1"/>
        </p:nvSpPr>
        <p:spPr bwMode="auto">
          <a:xfrm rot="16200000">
            <a:off x="1194300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1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384416" y="952472"/>
            <a:ext cx="2038941" cy="4902032"/>
            <a:chOff x="495734" y="952472"/>
            <a:chExt cx="2038941" cy="4902032"/>
          </a:xfrm>
        </p:grpSpPr>
        <p:sp>
          <p:nvSpPr>
            <p:cNvPr id="20" name="文字方塊 19"/>
            <p:cNvSpPr txBox="1"/>
            <p:nvPr/>
          </p:nvSpPr>
          <p:spPr>
            <a:xfrm rot="5400000">
              <a:off x="-658429" y="2106635"/>
              <a:ext cx="387798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96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1329217" y="1684700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453672" y="5018377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2668945" y="1051390"/>
            <a:ext cx="1971869" cy="4794650"/>
            <a:chOff x="2708700" y="1051390"/>
            <a:chExt cx="1971869" cy="4794650"/>
          </a:xfrm>
        </p:grpSpPr>
        <p:sp>
          <p:nvSpPr>
            <p:cNvPr id="16" name="文字方塊 15"/>
            <p:cNvSpPr txBox="1"/>
            <p:nvPr/>
          </p:nvSpPr>
          <p:spPr>
            <a:xfrm rot="16200000">
              <a:off x="2172190" y="3296621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8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 rot="16200000">
              <a:off x="2088017" y="4640582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 rot="16200000">
              <a:off x="3762902" y="1271963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226029" y="1064016"/>
            <a:ext cx="1977387" cy="4790487"/>
            <a:chOff x="557288" y="1064017"/>
            <a:chExt cx="1977387" cy="4790487"/>
          </a:xfrm>
        </p:grpSpPr>
        <p:sp>
          <p:nvSpPr>
            <p:cNvPr id="38" name="文字方塊 37"/>
            <p:cNvSpPr txBox="1"/>
            <p:nvPr/>
          </p:nvSpPr>
          <p:spPr>
            <a:xfrm rot="5400000">
              <a:off x="-504541" y="2168190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8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 rot="5400000">
              <a:off x="1329217" y="1684700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 rot="5400000">
              <a:off x="453672" y="5018377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7456955" y="1051389"/>
            <a:ext cx="1971869" cy="4794650"/>
            <a:chOff x="2708700" y="1051390"/>
            <a:chExt cx="1971869" cy="4794650"/>
          </a:xfrm>
        </p:grpSpPr>
        <p:sp>
          <p:nvSpPr>
            <p:cNvPr id="42" name="文字方塊 41"/>
            <p:cNvSpPr txBox="1"/>
            <p:nvPr/>
          </p:nvSpPr>
          <p:spPr>
            <a:xfrm rot="16200000">
              <a:off x="2172190" y="3296621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8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16200000">
              <a:off x="2088017" y="4640582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 rot="16200000">
              <a:off x="3762902" y="1271963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24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24</Words>
  <Application>Microsoft Office PowerPoint</Application>
  <PresentationFormat>A4 紙張 (210x297 公釐)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新細明體</vt:lpstr>
      <vt:lpstr>Arial</vt:lpstr>
      <vt:lpstr>Calibri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林筱偲</dc:creator>
  <cp:lastModifiedBy>林欣慧</cp:lastModifiedBy>
  <cp:revision>18</cp:revision>
  <cp:lastPrinted>2022-03-09T08:45:44Z</cp:lastPrinted>
  <dcterms:created xsi:type="dcterms:W3CDTF">2022-03-08T06:35:18Z</dcterms:created>
  <dcterms:modified xsi:type="dcterms:W3CDTF">2026-02-10T02:08:16Z</dcterms:modified>
</cp:coreProperties>
</file>